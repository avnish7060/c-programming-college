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EE4AAC-C714-4E06-9765-60082CDC7F73}">
          <p14:sldIdLst>
            <p14:sldId id="256"/>
          </p14:sldIdLst>
        </p14:section>
        <p14:section name="Untitled Section" id="{A8A0BB8B-AF6D-4EE9-AC82-11B32024B22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73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1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31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1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6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06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42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3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64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4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4749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9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3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57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061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17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A4061-38BA-495F-8430-4221B42B10A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5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3321-9489-73B2-82AB-8709894C6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-609600"/>
            <a:ext cx="8915399" cy="2262781"/>
          </a:xfrm>
        </p:spPr>
        <p:txBody>
          <a:bodyPr/>
          <a:lstStyle/>
          <a:p>
            <a:pPr algn="ctr"/>
            <a:r>
              <a:rPr lang="en-US" b="1" u="sng" dirty="0">
                <a:latin typeface="Arial Black" panose="020B0A04020102020204" pitchFamily="34" charset="0"/>
              </a:rPr>
              <a:t>CAR PARKING SYSTEM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69CF5-76C4-1E46-E358-A67951EA1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615" y="2261419"/>
            <a:ext cx="9904769" cy="3470787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</a:rPr>
              <a:t>Project By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Avnish Kumar (2508101530017,    Ayush Aggarwal 2508101530018</a:t>
            </a:r>
          </a:p>
          <a:p>
            <a:pPr algn="ct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Kuldeep Singh 2508101530034,</a:t>
            </a:r>
          </a:p>
          <a:p>
            <a:pPr algn="ct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Akash Dubey 2508101530007</a:t>
            </a:r>
          </a:p>
          <a:p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Course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B.Tech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(AIML)</a:t>
            </a:r>
          </a:p>
          <a:p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College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Greater Noida College</a:t>
            </a:r>
            <a:endParaRPr lang="en-IN" sz="4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65674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C826-E9C0-2C43-6F59-B3782505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331" y="639964"/>
            <a:ext cx="3503076" cy="1194858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rial Black" panose="020B0A04020102020204" pitchFamily="34" charset="0"/>
              </a:rPr>
              <a:t>Introduction</a:t>
            </a:r>
            <a:endParaRPr lang="en-IN" u="sng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4A113-E233-6438-B590-209DDAA5D4BF}"/>
              </a:ext>
            </a:extLst>
          </p:cNvPr>
          <p:cNvSpPr txBox="1"/>
          <p:nvPr/>
        </p:nvSpPr>
        <p:spPr>
          <a:xfrm>
            <a:off x="1924331" y="1540305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Car Parking System is a simple menu-driven application developed in C programming. It helps manage parking spaces by allowing users to park cars, remove cars, and check the current parking status.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FEC4C-94F1-29A2-0BD5-69A3CA4AEBF6}"/>
              </a:ext>
            </a:extLst>
          </p:cNvPr>
          <p:cNvSpPr txBox="1"/>
          <p:nvPr/>
        </p:nvSpPr>
        <p:spPr>
          <a:xfrm>
            <a:off x="1924331" y="2875270"/>
            <a:ext cx="62139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u="sng" dirty="0">
                <a:latin typeface="Arial Black" panose="020B0A04020102020204" pitchFamily="34" charset="0"/>
              </a:rPr>
              <a:t>Purpose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277CA-0A9A-048B-15C1-B121D1008544}"/>
              </a:ext>
            </a:extLst>
          </p:cNvPr>
          <p:cNvSpPr txBox="1"/>
          <p:nvPr/>
        </p:nvSpPr>
        <p:spPr>
          <a:xfrm>
            <a:off x="1924331" y="38251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Manage parking spaces efficiently.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Keep track of parked vehicles.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Display available parking spaces.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Reduce manual parking management. </a:t>
            </a:r>
          </a:p>
        </p:txBody>
      </p:sp>
    </p:spTree>
    <p:extLst>
      <p:ext uri="{BB962C8B-B14F-4D97-AF65-F5344CB8AC3E}">
        <p14:creationId xmlns:p14="http://schemas.microsoft.com/office/powerpoint/2010/main" val="184647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D561-B261-92F6-5CD4-BBB37E19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512" y="673272"/>
            <a:ext cx="8911687" cy="77207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Project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59336-78EC-D024-36D4-BD576680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799" y="1540189"/>
            <a:ext cx="8915400" cy="3777622"/>
          </a:xfrm>
        </p:spPr>
        <p:txBody>
          <a:bodyPr/>
          <a:lstStyle/>
          <a:p>
            <a:r>
              <a:rPr lang="en-IN" dirty="0"/>
              <a:t>To develop a menu-driven parking management system.</a:t>
            </a:r>
          </a:p>
          <a:p>
            <a:r>
              <a:rPr lang="en-IN" dirty="0"/>
              <a:t> To keep track of occupied parking spaces. </a:t>
            </a:r>
          </a:p>
          <a:p>
            <a:r>
              <a:rPr lang="en-IN" dirty="0"/>
              <a:t>To display available parking spaces. </a:t>
            </a:r>
          </a:p>
          <a:p>
            <a:r>
              <a:rPr lang="en-IN" dirty="0"/>
              <a:t>To prevent parking beyond the maximum capacity. </a:t>
            </a:r>
          </a:p>
          <a:p>
            <a:r>
              <a:rPr lang="en-IN" dirty="0"/>
              <a:t>To improve understanding of C programming concepts.</a:t>
            </a:r>
          </a:p>
        </p:txBody>
      </p:sp>
    </p:spTree>
    <p:extLst>
      <p:ext uri="{BB962C8B-B14F-4D97-AF65-F5344CB8AC3E}">
        <p14:creationId xmlns:p14="http://schemas.microsoft.com/office/powerpoint/2010/main" val="363666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8F52-A486-7FF6-EB95-7C36DC67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673" y="692935"/>
            <a:ext cx="3660391" cy="634420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6ABB-A2BA-16E3-03F7-3E6424442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41987"/>
            <a:ext cx="8915400" cy="3777622"/>
          </a:xfrm>
        </p:spPr>
        <p:txBody>
          <a:bodyPr/>
          <a:lstStyle/>
          <a:p>
            <a:r>
              <a:rPr lang="en-IN" dirty="0"/>
              <a:t>Park a Car.</a:t>
            </a:r>
          </a:p>
          <a:p>
            <a:r>
              <a:rPr lang="en-IN" dirty="0"/>
              <a:t> Remove a Car.</a:t>
            </a:r>
          </a:p>
          <a:p>
            <a:r>
              <a:rPr lang="en-IN" dirty="0"/>
              <a:t> Display Parking Status.</a:t>
            </a:r>
          </a:p>
          <a:p>
            <a:r>
              <a:rPr lang="en-IN" dirty="0"/>
              <a:t> Exit the Program.</a:t>
            </a:r>
          </a:p>
          <a:p>
            <a:r>
              <a:rPr lang="en-IN" dirty="0"/>
              <a:t> Handles Invalid Menu Choices.</a:t>
            </a:r>
          </a:p>
          <a:p>
            <a:r>
              <a:rPr lang="en-IN" dirty="0"/>
              <a:t> Simple and User-Friendly</a:t>
            </a:r>
          </a:p>
        </p:txBody>
      </p:sp>
    </p:spTree>
    <p:extLst>
      <p:ext uri="{BB962C8B-B14F-4D97-AF65-F5344CB8AC3E}">
        <p14:creationId xmlns:p14="http://schemas.microsoft.com/office/powerpoint/2010/main" val="328370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ADDD-680F-5672-00ED-BD1641FE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38" y="663440"/>
            <a:ext cx="3355591" cy="801567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6BD3-9AAF-35E4-4726-F479E029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0189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Start the program.</a:t>
            </a:r>
          </a:p>
          <a:p>
            <a:r>
              <a:rPr lang="en-IN" dirty="0"/>
              <a:t> Enter the total number of parking spaces. </a:t>
            </a:r>
          </a:p>
          <a:p>
            <a:r>
              <a:rPr lang="en-IN" dirty="0"/>
              <a:t>Display the menu. </a:t>
            </a:r>
          </a:p>
          <a:p>
            <a:r>
              <a:rPr lang="en-IN" dirty="0"/>
              <a:t>Read the user's choice. </a:t>
            </a:r>
          </a:p>
          <a:p>
            <a:r>
              <a:rPr lang="en-IN" dirty="0"/>
              <a:t>If the user selects: </a:t>
            </a:r>
          </a:p>
          <a:p>
            <a:pPr marL="0" indent="0">
              <a:buNone/>
            </a:pPr>
            <a:r>
              <a:rPr lang="en-IN" b="1" dirty="0"/>
              <a:t>	1:</a:t>
            </a:r>
            <a:r>
              <a:rPr lang="en-IN" dirty="0"/>
              <a:t> Park a car. </a:t>
            </a:r>
          </a:p>
          <a:p>
            <a:pPr marL="0" indent="0">
              <a:buNone/>
            </a:pPr>
            <a:r>
              <a:rPr lang="en-IN" b="1" dirty="0"/>
              <a:t>	2:</a:t>
            </a:r>
            <a:r>
              <a:rPr lang="en-IN" dirty="0"/>
              <a:t> Remove a car. </a:t>
            </a:r>
          </a:p>
          <a:p>
            <a:pPr marL="0" indent="0">
              <a:buNone/>
            </a:pPr>
            <a:r>
              <a:rPr lang="en-IN" b="1" dirty="0"/>
              <a:t>	3:</a:t>
            </a:r>
            <a:r>
              <a:rPr lang="en-IN" dirty="0"/>
              <a:t> Display parking status. </a:t>
            </a:r>
          </a:p>
          <a:p>
            <a:pPr marL="0" indent="0">
              <a:buNone/>
            </a:pPr>
            <a:r>
              <a:rPr lang="en-IN" b="1" dirty="0"/>
              <a:t>	4:</a:t>
            </a:r>
            <a:r>
              <a:rPr lang="en-IN" dirty="0"/>
              <a:t> Exit the program. </a:t>
            </a:r>
          </a:p>
          <a:p>
            <a:r>
              <a:rPr lang="en-IN" dirty="0"/>
              <a:t>Repeat the menu until the user chooses Exit.</a:t>
            </a:r>
          </a:p>
          <a:p>
            <a:r>
              <a:rPr lang="en-IN" dirty="0"/>
              <a:t> End the program.</a:t>
            </a:r>
          </a:p>
        </p:txBody>
      </p:sp>
    </p:spTree>
    <p:extLst>
      <p:ext uri="{BB962C8B-B14F-4D97-AF65-F5344CB8AC3E}">
        <p14:creationId xmlns:p14="http://schemas.microsoft.com/office/powerpoint/2010/main" val="379833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65BB-F2BD-0BD6-5DCC-4E054B52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002" y="692936"/>
            <a:ext cx="4948417" cy="644251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Code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8177-2AFF-33E0-A88D-BF451F329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0189"/>
            <a:ext cx="9639300" cy="3777622"/>
          </a:xfrm>
        </p:spPr>
        <p:txBody>
          <a:bodyPr/>
          <a:lstStyle/>
          <a:p>
            <a:r>
              <a:rPr lang="en-IN" b="1" dirty="0"/>
              <a:t>Main Variables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6F082-226F-E7D7-CA13-CA8C4A78C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175" y="1985843"/>
            <a:ext cx="3083245" cy="70819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A58739-57E4-967A-2E62-AE24C69A4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584136"/>
              </p:ext>
            </p:extLst>
          </p:nvPr>
        </p:nvGraphicFramePr>
        <p:xfrm>
          <a:off x="1756287" y="2897041"/>
          <a:ext cx="8915400" cy="228600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3476550385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91045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79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totalSpace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the total number of parking spaces.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88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occupied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Keeps track of the number of parked cars.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0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choice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the user's selected menu option.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58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76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11D8-3A7E-C276-BBA3-F77769D2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505" y="624652"/>
            <a:ext cx="8911687" cy="644251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Key Programming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E958A-200D-874A-CD57-CFC24140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32155"/>
            <a:ext cx="8915400" cy="3777622"/>
          </a:xfrm>
        </p:spPr>
        <p:txBody>
          <a:bodyPr/>
          <a:lstStyle/>
          <a:p>
            <a:r>
              <a:rPr lang="en-IN" b="1" dirty="0"/>
              <a:t>while(1) </a:t>
            </a:r>
            <a:r>
              <a:rPr lang="en-IN" dirty="0"/>
              <a:t>→ Displays the menu repeatedly. </a:t>
            </a:r>
          </a:p>
          <a:p>
            <a:r>
              <a:rPr lang="en-IN" b="1" dirty="0"/>
              <a:t>switch-case</a:t>
            </a:r>
            <a:r>
              <a:rPr lang="en-IN" dirty="0"/>
              <a:t> → Handles the user's menu selection. </a:t>
            </a:r>
          </a:p>
          <a:p>
            <a:r>
              <a:rPr lang="en-IN" b="1" dirty="0"/>
              <a:t>if-else</a:t>
            </a:r>
            <a:r>
              <a:rPr lang="en-IN" dirty="0"/>
              <a:t> → Checks parking availability. </a:t>
            </a:r>
          </a:p>
          <a:p>
            <a:r>
              <a:rPr lang="en-IN" b="1" dirty="0"/>
              <a:t>occupied++ </a:t>
            </a:r>
            <a:r>
              <a:rPr lang="en-IN" dirty="0"/>
              <a:t>→ Increases the number of parked cars.</a:t>
            </a:r>
          </a:p>
          <a:p>
            <a:r>
              <a:rPr lang="en-IN" b="1" dirty="0"/>
              <a:t>occupied--</a:t>
            </a:r>
            <a:r>
              <a:rPr lang="en-IN" dirty="0"/>
              <a:t> → Decreases the number of parked cars.</a:t>
            </a:r>
          </a:p>
        </p:txBody>
      </p:sp>
    </p:spTree>
    <p:extLst>
      <p:ext uri="{BB962C8B-B14F-4D97-AF65-F5344CB8AC3E}">
        <p14:creationId xmlns:p14="http://schemas.microsoft.com/office/powerpoint/2010/main" val="209466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2C1F-4EF3-4A61-8B41-9081EB24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8" y="663439"/>
            <a:ext cx="8911687" cy="1280890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Sample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0410A3-98EA-4550-68AF-4E883C720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848" y="1476113"/>
            <a:ext cx="7125317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88CC-3C88-5F3D-4777-D2D41A71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841" y="683103"/>
            <a:ext cx="8911687" cy="890058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65432-8B8C-689E-DF85-9F33B9F9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73161"/>
            <a:ext cx="8915400" cy="3777622"/>
          </a:xfrm>
        </p:spPr>
        <p:txBody>
          <a:bodyPr/>
          <a:lstStyle/>
          <a:p>
            <a:r>
              <a:rPr lang="en-IN" dirty="0"/>
              <a:t>Easy to understand and use. </a:t>
            </a:r>
          </a:p>
          <a:p>
            <a:r>
              <a:rPr lang="en-IN" dirty="0"/>
              <a:t>Efficient parking space management. </a:t>
            </a:r>
          </a:p>
          <a:p>
            <a:r>
              <a:rPr lang="en-IN" dirty="0"/>
              <a:t>Prevents over-parking. </a:t>
            </a:r>
          </a:p>
          <a:p>
            <a:r>
              <a:rPr lang="en-IN" dirty="0"/>
              <a:t>Helps beginners learn C programming concepts. </a:t>
            </a:r>
          </a:p>
          <a:p>
            <a:r>
              <a:rPr lang="en-IN" dirty="0"/>
              <a:t>Can be expanded into a real-world parking system.</a:t>
            </a:r>
          </a:p>
        </p:txBody>
      </p:sp>
    </p:spTree>
    <p:extLst>
      <p:ext uri="{BB962C8B-B14F-4D97-AF65-F5344CB8AC3E}">
        <p14:creationId xmlns:p14="http://schemas.microsoft.com/office/powerpoint/2010/main" val="375397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B2CA-26E5-8E82-E695-7C00D276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854" y="653606"/>
            <a:ext cx="8911687" cy="1280890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6AEA-51AF-8DD1-1AB7-32873E480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61652"/>
            <a:ext cx="8915400" cy="215326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Car Parking System successfully manages parking spaces using a simple menu-driven approach in C. It demonstrates the practical use of variables, loops, conditional statements, and switch-case. The project provides a strong foundation for learning basic programming.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7BE1-80CD-9F34-4BC3-296EA7EB120A}"/>
              </a:ext>
            </a:extLst>
          </p:cNvPr>
          <p:cNvSpPr txBox="1"/>
          <p:nvPr/>
        </p:nvSpPr>
        <p:spPr>
          <a:xfrm>
            <a:off x="4764958" y="58455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74546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717</TotalTime>
  <Words>404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Century Gothic</vt:lpstr>
      <vt:lpstr>Courier New</vt:lpstr>
      <vt:lpstr>Wingdings 3</vt:lpstr>
      <vt:lpstr>Wisp</vt:lpstr>
      <vt:lpstr>CAR PARKING SYSTEM</vt:lpstr>
      <vt:lpstr>Introduction</vt:lpstr>
      <vt:lpstr>Project Objectives </vt:lpstr>
      <vt:lpstr>Features</vt:lpstr>
      <vt:lpstr>Algorithm</vt:lpstr>
      <vt:lpstr>Code Explanation</vt:lpstr>
      <vt:lpstr>Key Programming Concepts</vt:lpstr>
      <vt:lpstr>Sample Output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Avnish Kumar</dc:creator>
  <cp:lastModifiedBy>Avnish Kumar</cp:lastModifiedBy>
  <cp:revision>7</cp:revision>
  <dcterms:created xsi:type="dcterms:W3CDTF">2026-07-17T16:06:50Z</dcterms:created>
  <dcterms:modified xsi:type="dcterms:W3CDTF">2026-07-19T02:22:49Z</dcterms:modified>
</cp:coreProperties>
</file>